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🤖 LowCode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智能体可视化编排与运行平台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📖 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LowCode AI 是一个智能体可视化编排平台，让用户通过拖拽的方式构建复杂的 AI 工作流。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核心目标: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降低 AI 应用开发门槛，让非技术人员也能构建 AI 工作流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提供可视化的智能体编排界面，所见即所得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支持多智能体协作，处理复杂业务场景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🔧 技术基础: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基于阿里巴巴开源的 AgentScope 框架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支持通义千问、OpenAI 等多种大语言模型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提供丰富的预置智能体和技能包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🏗️ 系统架构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4572000" cy="54864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👤 用户请求入口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920240"/>
            <a:ext cx="4572000" cy="54864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🔀 Router Agent (路由智能体)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926080"/>
            <a:ext cx="2011680" cy="91440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🖥️ Code Agent</a:t>
            </a:r>
            <a:br/>
            <a:r>
              <a:t>代码生成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79" y="2926080"/>
            <a:ext cx="2011680" cy="914400"/>
          </a:xfrm>
          <a:prstGeom prst="round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📊 PPTX Agent</a:t>
            </a:r>
            <a:br/>
            <a:r>
              <a:t>PPT制作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926080"/>
            <a:ext cx="2011680" cy="91440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📈 Data Agent</a:t>
            </a:r>
            <a:br/>
            <a:r>
              <a:t>数据分析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7999" y="2926080"/>
            <a:ext cx="2011680" cy="914400"/>
          </a:xfrm>
          <a:prstGeom prst="roundRect">
            <a:avLst/>
          </a:prstGeom>
          <a:solidFill>
            <a:srgbClr val="00BC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🤖 Sandbox Agent</a:t>
            </a:r>
            <a:br/>
            <a:r>
              <a:t>沙箱操作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607D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📚 技能层: amis-generator | pptx | playwright | booking | ocr | policy-qa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8229600" cy="731520"/>
          </a:xfrm>
          <a:prstGeom prst="roundRect">
            <a:avLst/>
          </a:prstGeom>
          <a:solidFill>
            <a:srgbClr val="455A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⚙️ 基础设施: AgentScope | FastAPI | Vue3 | AIO Sandbox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🛠️ 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96F3"/>
                </a:solidFill>
              </a:defRPr>
            </a:pPr>
            <a:r>
              <a:t>后端技术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Python 3.10+ - 核心开发语言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FastAPI - 高性能 Web 框架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AgentScope - 多智能体框架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python-pptx - PPT 生成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SQLAlchemy - 数据库 ORM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httpx - 异步 HTTP 客户端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91E63"/>
                </a:solidFill>
              </a:defRPr>
            </a:pPr>
            <a:r>
              <a:t>前端技术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Vue 3 - 渐进式前端框架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TypeScript - 类型安全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Pinia - 状态管理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Vue Flow - 流程图组件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Element Plus - UI 组件库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Axios - HTTP 请求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✨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🎨 可视化编排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拖拽式工作流设计，支持串行、并行、条件分支等编排模式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实时预览和调试，所见即所得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🤖 多智能体协作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Router Agent 智能路由，自动分析用户意图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支持代码生成、PPT制作、数据分析等专业智能体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📚 技能扩展系统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基于 Claude SKILL 规范的技能定义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可插拔的技能包，轻松扩展智能体能力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🖥️ AIO Sandbox 集成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安全隔离的代码执行环境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支持浏览器自动化、文件操作、终端命令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🤖 智能体列表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📝 CodeMaster (代码生成智能体)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生成 amis 低代码 JSON 配置、React/Vue 组件代码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SlideCreator (PPT制作智能体)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自动生成专业的 PowerPoint 演示文稿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📈 DataAnalyst (数据分析智能体)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SQL 查询、数据可视化、报表生成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🖥️ SandboxUse (沙箱操作智能体)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在 AIO Sandbox 中执行代码、操作浏览器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📋 PolicyQA (制度问答智能体)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基于 RAG 的企业知识库问答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🔀 Router (智能路由)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分析用户意图，分发任务到合适的智能体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📚 技能包列表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96F3"/>
                </a:solidFill>
              </a:defRPr>
            </a:pPr>
            <a:r>
              <a:t>代码与自动化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amis-generator - amis 低代码生成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playwright-skill - 浏览器自动化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sandbox-executor - 沙箱代码执行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skill-creator - 技能创建助手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91E63"/>
                </a:solidFill>
              </a:defRPr>
            </a:pPr>
            <a:r>
              <a:t>业务与文档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pptx - PPT 演示文稿制作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company-policy-qa - 企业制度问答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ocr-file-reader - OCR 文字识别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booking-skill - 订舱业务技能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mscbooking-skill - MSC 订舱技能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🔗 工作流编排模式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模式1: 单智能体处理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用户请求 → Router → 单个专业智能体 → 返回结果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模式2: 串行协作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用户请求 → Router → Agent A → Agent B → 返回结果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适用场景: 先提取数据，再生成报告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模式3: 并行协作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用户请求 → Router → [Agent A, Agent B] (并行) → 合并结果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适用场景: 同时处理多个独立任务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模式4: 条件分支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用户请求 → Router → 条件判断 → 不同分支处理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适用场景: 根据输入类型选择不同处理流程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📁 项目结构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96F3"/>
                </a:solidFill>
              </a:defRPr>
            </a:pPr>
            <a:r>
              <a:t>后端目录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agents/ - 智能体定义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api/ - FastAPI 路由和服务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skill/ - 技能包库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workflows/ - 预定义工作流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config/ - 配置文件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data/ - 数据存储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91E63"/>
                </a:solidFill>
              </a:defRPr>
            </a:pPr>
            <a:r>
              <a:t>前端目录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components/ - Vue 组件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  ├── FlowCanvas.vue - 流程画布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  ├── NodeConfigPanel.vue - 节点配置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  ├── ManusView.vue - 沙箱视图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   └── RecordingPlayer.vue - 录制回放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stores/ - Pinia 状态管理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types/ - TypeScript 类型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🔌 API 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📡 核心接口: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POST /api/execute - 执行工作流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GET /api/workflowsquery - 获取工作流列表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POST /api/workflows/save - 保存工作流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🤖 智能体接口: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POST /agents/{agent_id}/execute - 执行指定智能体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GET /agents/list - 获取智能体列表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🖥️ 沙箱接口: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POST /sandbox/shell/exec - 执行 Shell 命令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POST /sandbox/browser/* - 浏览器操作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GET /sandbox/status - 获取沙箱状态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其他接口: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POST /ocr/recognize - OCR 识别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GET /token-stats - Token 统计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🌟 特色功能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🎬 录制回放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完整录制智能体执行过程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支持截图、文件内容、终端命令记录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可调节播放速度的回放功能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📧 邮件触发器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监听邮件触发工作流执行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支持条件过滤和自动回复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Token 统计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实时监控 Token 消耗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按智能体、时间段统计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🔐 用户认证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登录/注销功能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权限管理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🚀 部署架构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📦 本地开发环境: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Python 后端: http://localhost:8000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Vue 前端: http://localhost:5173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AIO Sandbox: http://localhost:988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🐳 Docker 部署 (可选):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前后端容器化部署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AIO Sandbox 独立容器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☁️ 云端部署: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支持阿里云、腾讯云等主流云平台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• 可配置负载均衡和自动伸缩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🔧 扩展开发指南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添加新技能: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1. 在 skill/ 目录下创建技能文件夹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2. 编写 SKILL.md 描述技能用法和示例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3. 在前端 NodeConfigPanel.vue 中注册技能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添加新智能体: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1. 在 agents/ 目录下创建智能体类，继承 BaseAgent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2. 实现 execute() 方法处理业务逻辑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3. 在 api/routers/ 中注册 API 接口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4. 在 config/menu_bindings.json 中添加菜单配置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📌 添加新工作流: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1. 通过可视化界面创建工作流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 2. 导出为 JSON 文件保存到 workflows/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LowCode AI - 让 AI 应用开发更简单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3352</Words>
  <Application>WPS 表格</Application>
  <PresentationFormat>On-screen Show (4:3)</PresentationFormat>
  <Paragraphs>224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Apple Color Emoji</vt:lpstr>
      <vt:lpstr>宋体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邵福强</cp:lastModifiedBy>
  <cp:revision>2</cp:revision>
  <dcterms:created xsi:type="dcterms:W3CDTF">2025-12-25T06:02:01Z</dcterms:created>
  <dcterms:modified xsi:type="dcterms:W3CDTF">2025-12-25T06:02:01Z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6851DB41F578745B59D34C699EA92D07_42</vt:lpwstr>
  </property>
</Properties>
</file>