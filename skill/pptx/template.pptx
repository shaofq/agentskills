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09220" y="0"/>
            <a:ext cx="304800" cy="4457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演示文稿标题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CCCC"/>
                </a:solidFill>
              </a:rPr>
              <a:t>副标题或作者信息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</a:rPr>
              <a:t>日期</a:t>
            </a:r>
            <a:endParaRPr lang="en-US" sz="1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99" b="20208"/>
          <a:stretch>
            <a:fillRect/>
          </a:stretch>
        </p:blipFill>
        <p:spPr>
          <a:xfrm>
            <a:off x="-222885" y="-635"/>
            <a:ext cx="9902190" cy="3292475"/>
          </a:xfrm>
          <a:prstGeom prst="rect">
            <a:avLst/>
          </a:prstGeom>
          <a:solidFill>
            <a:srgbClr val="003DA3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498DB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章节标题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8C8D"/>
                </a:solidFill>
              </a:rPr>
              <a:t>章节描述或简介文字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页面标题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要点一：这里是第一个要点的内容描述
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要点二：这里是第二个要点的内容描述
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要点三：这里是第三个要点的内容描述
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要点四：这里是第四个要点的内容描述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两栏布局标题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左栏标题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左栏内容区域，可以放置文字、列表或其他内容。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右栏标题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84048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右栏内容区域，可以放置文字、列表或其他内容。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图文混排标题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图片占位区域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内容标题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84048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这里是配合图片的文字说明内容，可以详细描述图片所展示的信息或相关要点。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三栏布局标题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栏目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这里是栏目内容描述文字。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3716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栏目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1945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这里是栏目内容描述文字。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栏目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1945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这里是栏目内容描述文字。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</a:rPr>
              <a:t>数据图表标题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</a:rPr>
              <a:t>图表占位区域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3" name="Shape 1"/>
          <p:cNvSpPr/>
          <p:nvPr/>
        </p:nvSpPr>
        <p:spPr>
          <a:xfrm>
            <a:off x="731520" y="1828800"/>
            <a:ext cx="91440" cy="137160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4" name="Text 2"/>
          <p:cNvSpPr/>
          <p:nvPr/>
        </p:nvSpPr>
        <p:spPr>
          <a:xfrm>
            <a:off x="1097280" y="1828800"/>
            <a:ext cx="6858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C3E50"/>
                </a:solidFill>
              </a:rPr>
              <a:t>"这里是一段重要的引用或强调内容，用于突出展示关键信息。"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8C8D"/>
                </a:solidFill>
              </a:rPr>
              <a:t>— 引用来源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感谢观看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</a:rPr>
              <a:t>联系方式 / 更多信息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WPS 表格</Application>
  <PresentationFormat>On-screen Show (16:9)</PresentationFormat>
  <Paragraphs>63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Template</dc:title>
  <dc:creator>Template Creator</dc:creator>
  <dc:subject>PPT Template</dc:subject>
  <cp:lastModifiedBy>邵福强</cp:lastModifiedBy>
  <cp:revision>3</cp:revision>
  <dcterms:created xsi:type="dcterms:W3CDTF">2025-12-16T07:49:16Z</dcterms:created>
  <dcterms:modified xsi:type="dcterms:W3CDTF">2025-12-16T07:49:16Z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2CE9069310FE120F270E41691151B270_42</vt:lpwstr>
  </property>
  <property fmtid="{D5CDD505-2E9C-101B-9397-08002B2CF9AE}" pid="3" name="KSOProductBuildVer">
    <vt:lpwstr>2052-12.1.24031.24031</vt:lpwstr>
  </property>
</Properties>
</file>